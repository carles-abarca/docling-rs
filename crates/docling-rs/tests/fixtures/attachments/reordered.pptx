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75" ns1:id="rId26"/>
    <ns0:sldId id="274" ns1:id="rId25"/>
    <ns0:sldId id="273" ns1:id="rId24"/>
    <ns0:sldId id="272" ns1:id="rId23"/>
    <ns0:sldId id="271" ns1:id="rId22"/>
    <ns0:sldId id="270" ns1:id="rId21"/>
    <ns0:sldId id="269" ns1:id="rId20"/>
    <ns0:sldId id="268" ns1:id="rId19"/>
    <ns0:sldId id="267" ns1:id="rId18"/>
    <ns0:sldId id="266" ns1:id="rId17"/>
    <ns0:sldId id="265" ns1:id="rId16"/>
    <ns0:sldId id="264" ns1:id="rId15"/>
    <ns0:sldId id="263" ns1:id="rId14"/>
    <ns0:sldId id="262" ns1:id="rId13"/>
    <ns0:sldId id="261" ns1:id="rId12"/>
    <ns0:sldId id="260" ns1:id="rId11"/>
    <ns0:sldId id="259" ns1:id="rId10"/>
    <ns0:sldId id="258" ns1:id="rId9"/>
    <ns0:sldId id="257" ns1:id="rId8"/>
    <ns0:sldId id="256" ns1:id="rId7"/>
  </ns0:sldIdLst>
  <ns0:sldSz cx="9144000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SLIDE000019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José México 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